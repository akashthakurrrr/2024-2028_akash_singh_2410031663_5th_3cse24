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art" descr="img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640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</a:rPr>
              <a:t>DELOITTE AUSTRALIA  ·  FORAGE</a:t>
            </a:r>
            <a:endParaRPr lang="en-US" sz="12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10058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Job Simulation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5"/>
                </a:solidFill>
              </a:rPr>
              <a:t>Internship Report</a:t>
            </a:r>
            <a:endParaRPr lang="en-US" sz="2400" dirty="0"/>
          </a:p>
        </p:txBody>
      </p:sp>
      <p:sp>
        <p:nvSpPr>
          <p:cNvPr id="6" name="Student details"/>
          <p:cNvSpPr txBox="1"/>
          <p:nvPr/>
        </p:nvSpPr>
        <p:spPr>
          <a:xfrm>
            <a:off x="457200" y="29718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F7FF"/>
                </a:solidFill>
              </a:rPr>
              <a:t>Akash Singh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9FB3D1"/>
                </a:solidFill>
              </a:rPr>
              <a:t>Roll No. 2410031663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9FB3D1"/>
                </a:solidFill>
              </a:rPr>
              <a:t>IILM University, Greater Noida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E5FF"/>
                </a:solidFill>
              </a:rPr>
              <a:t>Completed 22 October 2026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art" descr="img/circuit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Details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Who completed the simulation</a:t>
            </a:r>
            <a:endParaRPr lang="en-US" sz="1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556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NAME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Akash Singh</a:t>
            </a:r>
            <a:endParaRPr lang="en-US" sz="1600" dirty="0"/>
          </a:p>
        </p:txBody>
      </p:sp>
      <p:sp>
        <p:nvSpPr>
          <p:cNvPr id="10" name="Card 2"/>
          <p:cNvSpPr/>
          <p:nvPr/>
        </p:nvSpPr>
        <p:spPr>
          <a:xfrm>
            <a:off x="3264408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47288" y="164592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755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41648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ROLL NUMBER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447288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2410031663</a:t>
            </a:r>
            <a:endParaRPr lang="en-US" sz="1600" dirty="0"/>
          </a:p>
        </p:txBody>
      </p:sp>
      <p:sp>
        <p:nvSpPr>
          <p:cNvPr id="15" name="Card 3"/>
          <p:cNvSpPr/>
          <p:nvPr/>
        </p:nvSpPr>
        <p:spPr>
          <a:xfrm>
            <a:off x="6071616" y="14630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54496" y="164592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17556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48856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UNIVERSITY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254496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IILM University, Greater Noida</a:t>
            </a:r>
            <a:endParaRPr lang="en-US" sz="1600" dirty="0"/>
          </a:p>
        </p:txBody>
      </p:sp>
      <p:sp>
        <p:nvSpPr>
          <p:cNvPr id="20" name="Card 4"/>
          <p:cNvSpPr/>
          <p:nvPr/>
        </p:nvSpPr>
        <p:spPr>
          <a:xfrm>
            <a:off x="457200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472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3444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DOMAIN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Cyber Security</a:t>
            </a:r>
            <a:endParaRPr lang="en-US" sz="1600" dirty="0"/>
          </a:p>
        </p:txBody>
      </p:sp>
      <p:sp>
        <p:nvSpPr>
          <p:cNvPr id="25" name="Card 5"/>
          <p:cNvSpPr/>
          <p:nvPr/>
        </p:nvSpPr>
        <p:spPr>
          <a:xfrm>
            <a:off x="3264408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447288" y="333756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344728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041648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PROGRAMME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3447288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Deloitte Australia Cyber Job Simulation</a:t>
            </a:r>
            <a:endParaRPr lang="en-US" sz="1600" dirty="0"/>
          </a:p>
        </p:txBody>
      </p:sp>
      <p:sp>
        <p:nvSpPr>
          <p:cNvPr id="30" name="Card 6"/>
          <p:cNvSpPr/>
          <p:nvPr/>
        </p:nvSpPr>
        <p:spPr>
          <a:xfrm>
            <a:off x="6071616" y="31546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254496" y="3337560"/>
            <a:ext cx="457200" cy="45720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44728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48856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3D1"/>
                </a:solidFill>
              </a:rPr>
              <a:t>COMPLETED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6254496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22 October 2026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be art" descr="img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3566160" cy="356616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Programme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297680" y="11887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7FF"/>
                </a:solidFill>
              </a:rPr>
              <a:t>A self-paced virtual experience on Forage where participants join Deloitte Australia’s cyber team to support a client through a cyber security breach.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97680" y="2926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976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6BC25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FB3D1"/>
                </a:solidFill>
              </a:rPr>
              <a:t>TASK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2926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BC25"/>
                </a:solidFill>
              </a:rPr>
              <a:t>Beginner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FB3D1"/>
                </a:solidFill>
              </a:rPr>
              <a:t>LEVEL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2926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BC25"/>
                </a:solidFill>
              </a:rPr>
              <a:t>Virtual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FB3D1"/>
                </a:solidFill>
              </a:rPr>
              <a:t>MODE</a:t>
            </a:r>
            <a:endParaRPr lang="en-US" sz="120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de rain art" descr="img/rain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6949440" y="0"/>
            <a:ext cx="219456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Supporting a client through a cyber security breach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453896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70C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C1C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3898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Understand the situation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Reviewed the client briefing and the cyber team’s role.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070C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C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0756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Review web activity logs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Examined recorded activity for abnormal patterns.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825496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70C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C1C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7614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Identify suspicious behaviour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Flagged activity likely linked to the compromise.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511296"/>
            <a:ext cx="457200" cy="45720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070C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C1C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4472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Recommend next steps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Chose sensible response and remediation actions.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4197096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70C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C1C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13308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Compare with expert answers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Checked my reasoning against Deloitte’s example answers.</a:t>
            </a:r>
            <a:endParaRPr lang="en-US" sz="1600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art" descr="img/circuit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&amp; Observations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</a:rPr>
              <a:t>CONCEPTS USED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3566160" cy="566928"/>
          </a:xfrm>
          <a:prstGeom prst="roundRect">
            <a:avLst>
              <a:gd name="adj" fmla="val 48387"/>
            </a:avLst>
          </a:prstGeom>
          <a:solidFill>
            <a:srgbClr val="101C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600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Log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3566160" cy="566928"/>
          </a:xfrm>
          <a:prstGeom prst="roundRect">
            <a:avLst>
              <a:gd name="adj" fmla="val 48387"/>
            </a:avLst>
          </a:prstGeom>
          <a:solidFill>
            <a:srgbClr val="101C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3134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Indicators of compromise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026664"/>
            <a:ext cx="3566160" cy="566928"/>
          </a:xfrm>
          <a:prstGeom prst="roundRect">
            <a:avLst>
              <a:gd name="adj" fmla="val 48387"/>
            </a:avLst>
          </a:prstGeom>
          <a:solidFill>
            <a:srgbClr val="101C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026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Incident response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739896"/>
            <a:ext cx="3566160" cy="566928"/>
          </a:xfrm>
          <a:prstGeom prst="roundRect">
            <a:avLst>
              <a:gd name="adj" fmla="val 48387"/>
            </a:avLst>
          </a:prstGeom>
          <a:solidFill>
            <a:srgbClr val="101C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37398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Client communication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1600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C25"/>
                </a:solidFill>
              </a:rPr>
              <a:t>1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7FF"/>
                </a:solidFill>
              </a:rPr>
              <a:t>Logs are the main evidence in an incident, and suspicious signals show up only in context.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C25"/>
                </a:solidFill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2560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7FF"/>
                </a:solidFill>
              </a:rPr>
              <a:t>Accuracy matters more than speed: a wrong conclusion leads to the wrong response.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6BC25"/>
                </a:solidFill>
              </a:rPr>
              <a:t>3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7FF"/>
                </a:solidFill>
              </a:rPr>
              <a:t>Analysts must also explain what happened and what to do next, clearly.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Outcome card 1"/>
          <p:cNvSpPr/>
          <p:nvPr/>
        </p:nvSpPr>
        <p:spPr>
          <a:xfrm>
            <a:off x="457200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996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Incident awareness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Stages of responding to a breach and the consultant’s role.</a:t>
            </a:r>
            <a:endParaRPr lang="en-US" sz="1400" dirty="0"/>
          </a:p>
        </p:txBody>
      </p:sp>
      <p:sp>
        <p:nvSpPr>
          <p:cNvPr id="8" name="Outcome card 2"/>
          <p:cNvSpPr/>
          <p:nvPr/>
        </p:nvSpPr>
        <p:spPr>
          <a:xfrm>
            <a:off x="3264408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7288" y="137160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86BC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996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Log analysis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Reading activity logs and spotting abnormal behaviour.</a:t>
            </a:r>
            <a:endParaRPr lang="en-US" sz="1400" dirty="0"/>
          </a:p>
        </p:txBody>
      </p:sp>
      <p:sp>
        <p:nvSpPr>
          <p:cNvPr id="13" name="Outcome card 3"/>
          <p:cNvSpPr/>
          <p:nvPr/>
        </p:nvSpPr>
        <p:spPr>
          <a:xfrm>
            <a:off x="6071616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54496" y="137160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996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Analytical judgement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Backing conclusions with evidence, not assumptions.</a:t>
            </a:r>
            <a:endParaRPr lang="en-US" sz="1400" dirty="0"/>
          </a:p>
        </p:txBody>
      </p:sp>
      <p:sp>
        <p:nvSpPr>
          <p:cNvPr id="18" name="Outcome card 4"/>
          <p:cNvSpPr/>
          <p:nvPr/>
        </p:nvSpPr>
        <p:spPr>
          <a:xfrm>
            <a:off x="457200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86BC2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7413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Remediation thinking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Proposing logical steps to contain and recover.</a:t>
            </a:r>
            <a:endParaRPr lang="en-US" sz="1400" dirty="0"/>
          </a:p>
        </p:txBody>
      </p:sp>
      <p:sp>
        <p:nvSpPr>
          <p:cNvPr id="23" name="Outcome card 5"/>
          <p:cNvSpPr/>
          <p:nvPr/>
        </p:nvSpPr>
        <p:spPr>
          <a:xfrm>
            <a:off x="3264408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47288" y="324612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374136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Presenting technical findings clearly to a client.</a:t>
            </a:r>
            <a:endParaRPr lang="en-US" sz="1400" dirty="0"/>
          </a:p>
        </p:txBody>
      </p:sp>
      <p:sp>
        <p:nvSpPr>
          <p:cNvPr id="28" name="Outcome card 6"/>
          <p:cNvSpPr/>
          <p:nvPr/>
        </p:nvSpPr>
        <p:spPr>
          <a:xfrm>
            <a:off x="6071616" y="3063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01C3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54496" y="3246120"/>
            <a:ext cx="502920" cy="502920"/>
          </a:xfrm>
          <a:prstGeom prst="ellipse">
            <a:avLst/>
          </a:prstGeom>
          <a:solidFill>
            <a:srgbClr val="0B2A45"/>
          </a:solidFill>
          <a:ln w="12700">
            <a:solidFill>
              <a:srgbClr val="86BC2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374136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F"/>
                </a:solidFill>
              </a:rPr>
              <a:t>Career insight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</a:rPr>
              <a:t>A clearer view of cyber roles at a consulting firm.</a:t>
            </a:r>
            <a:endParaRPr lang="en-US" sz="1400" dirty="0"/>
          </a:p>
        </p:txBody>
      </p:sp>
    </p:spTree>
  </p:cSld>
  <p:clrMapOvr>
    <a:masterClrMapping/>
  </p:clrMapOvr>
  <p:transition spd="med">
    <p:split orient="vert" dir="ou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Completion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50000"/>
              </a:srgbClr>
            </a:outerShdw>
          </a:effectLst>
        </p:spPr>
      </p:sp>
      <p:pic>
        <p:nvPicPr>
          <p:cNvPr id="4" name="Certificate image" descr="img/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029200" cy="302610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188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</a:rPr>
              <a:t>AWARDED TO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F7FF"/>
                </a:solidFill>
              </a:rPr>
              <a:t>Akash Singh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9019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</a:rPr>
              <a:t>PROGRAMME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F7FF"/>
                </a:solidFill>
              </a:rPr>
              <a:t>Cyber Job Simulation, Deloitte Australia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816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</a:rPr>
              <a:t>DATE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F7FF"/>
                </a:solidFill>
              </a:rPr>
              <a:t>22 October 2026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52958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</a:rPr>
              <a:t>ISSUED BY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F7FF"/>
                </a:solidFill>
              </a:rPr>
              <a:t>Forage</a:t>
            </a:r>
            <a:endParaRPr lang="en-US" sz="1100" dirty="0"/>
          </a:p>
        </p:txBody>
      </p:sp>
      <p:sp>
        <p:nvSpPr>
          <p:cNvPr id="9" name="Verification codes"/>
          <p:cNvSpPr txBox="1"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</a:rPr>
              <a:t>ENROLMENT CODE  </a:t>
            </a:r>
            <a:pPr indent="0" marL="0">
              <a:buNone/>
            </a:pPr>
            <a:r>
              <a:rPr lang="en-US" sz="1100" dirty="0">
                <a:solidFill>
                  <a:srgbClr val="F2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6ad9b1005272042ebec3c653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</a:rPr>
              <a:t>USER CODE  </a:t>
            </a:r>
            <a:pPr indent="0" marL="0">
              <a:buNone/>
            </a:pPr>
            <a:r>
              <a:rPr lang="en-US" sz="1100" dirty="0">
                <a:solidFill>
                  <a:srgbClr val="F2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6ad9b0663cc587a0a131e964</a:t>
            </a:r>
            <a:endParaRPr lang="en-US" sz="1100" dirty="0"/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art" descr="img/circuit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Globe art" descr="img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3657600" cy="36576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</a:rPr>
              <a:t>Akash Singh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Roll No. 2410031663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IILM University, Greater Noida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Job Simulation – Internship Report</dc:title>
  <dc:subject>PptxGenJS Presentation</dc:subject>
  <dc:creator>Akash Singh</dc:creator>
  <cp:lastModifiedBy>Akash Singh</cp:lastModifiedBy>
  <cp:revision>1</cp:revision>
  <dcterms:created xsi:type="dcterms:W3CDTF">2026-10-22T07:27:06Z</dcterms:created>
  <dcterms:modified xsi:type="dcterms:W3CDTF">2026-10-22T07:27:06Z</dcterms:modified>
</cp:coreProperties>
</file>